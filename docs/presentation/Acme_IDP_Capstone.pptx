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role: Platform Engineer. Goal: platform, not a single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are design goals; replace with measured numbers from your demo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Acme Internal Developer Platform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3E6"/>
                </a:solidFill>
              </a:rPr>
              <a:t>From one app's solution to reusable, secure, self-service platform capabilities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AI-Driven Cloud &amp; DevSecOps Capstone · Advanced · Platform Engineer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Six problems, one root cause: no shared platform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417320"/>
          </a:xfrm>
          <a:prstGeom prst="rect">
            <a:avLst/>
          </a:prstGeom>
          <a:solidFill>
            <a:schemeClr val="bg2"/>
          </a:solidFill>
          <a:ln w="9525">
            <a:solidFill>
              <a:srgbClr val="E1E8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14173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Duplicate pipelines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~100 lines of CI copied per repo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06040" cy="1417320"/>
          </a:xfrm>
          <a:prstGeom prst="rect">
            <a:avLst/>
          </a:prstGeom>
          <a:solidFill>
            <a:schemeClr val="bg2"/>
          </a:solidFill>
          <a:ln w="9525">
            <a:solidFill>
              <a:srgbClr val="E1E8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Duplicate Terraform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00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Inconsistent security per team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06040" cy="1417320"/>
          </a:xfrm>
          <a:prstGeom prst="rect">
            <a:avLst/>
          </a:prstGeom>
          <a:solidFill>
            <a:schemeClr val="bg2"/>
          </a:solidFill>
          <a:ln w="9525">
            <a:solidFill>
              <a:srgbClr val="E1E8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Different repo structures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00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Engineers can't move between teams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2606040" cy="1417320"/>
          </a:xfrm>
          <a:prstGeom prst="rect">
            <a:avLst/>
          </a:prstGeom>
          <a:solidFill>
            <a:schemeClr val="bg2"/>
          </a:solidFill>
          <a:ln w="9525">
            <a:solidFill>
              <a:srgbClr val="E1E8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64008" cy="14173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Inconsistent AI specs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200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Agents produce uneven output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46120" y="2788920"/>
            <a:ext cx="2606040" cy="1417320"/>
          </a:xfrm>
          <a:prstGeom prst="rect">
            <a:avLst/>
          </a:prstGeom>
          <a:solidFill>
            <a:schemeClr val="bg2"/>
          </a:solidFill>
          <a:ln w="9525">
            <a:solidFill>
              <a:srgbClr val="E1E8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788920"/>
            <a:ext cx="64008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Long onboarding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200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Days to first green pipeline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2788920"/>
            <a:ext cx="2606040" cy="1417320"/>
          </a:xfrm>
          <a:prstGeom prst="rect">
            <a:avLst/>
          </a:prstGeom>
          <a:solidFill>
            <a:schemeClr val="bg2"/>
          </a:solidFill>
          <a:ln w="9525">
            <a:solidFill>
              <a:srgbClr val="E1E8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788920"/>
            <a:ext cx="64008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High maintenance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200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Every fix applied N times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Root cause: solutions live inside applications instead of in a platform.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Spec-driven AI engineering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68680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Understand problem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40280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402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Split into domains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12801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Write 6 specs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83480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agent generates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Review · validate · secure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26680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 · document · package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0175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Specs are the primary artifact; prompts and chat logs are never stored.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Specs inherit from platform-spec.md; services add only deltas.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 output passes the same gates as human code, plus a human line-by-line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Platform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560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Specs ×6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Source of truth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91840" y="128016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0" y="1280160"/>
            <a:ext cx="2560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Reusable Workflows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ci · terraform · release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0" y="128016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280160"/>
            <a:ext cx="2560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Terraform Modules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6 modules + app-platform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2560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Service Template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Scaffolder + golden path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2926080"/>
            <a:ext cx="2560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Policies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Checkov · Gitleaks · Trivy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29260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2926080"/>
            <a:ext cx="2560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App Teams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IMS · Orders · …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Teams consume versioned references (@v1, ?ref=v1) — fix once, upgrade everywhere.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Six AI Engineering Specifications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34747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Spec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Governs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Key acceptance criterion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platform-spec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Vision, domains, NFRs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Team B onboarded with 0 copied pipelines/TF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terraform-modules-spec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 modules, tagging, security defaults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Checkov clean; onboarding = 1 module block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workflow-spec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Reusable GitHub Actions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Caller ≤ 20 lines; least-privilege permissions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repo-template-spec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Layout + scaffolder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Scaffolded repo tests &amp; builds out of the box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governance-spec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Scans, exceptions, AI policy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Seeded secret / open SG fails pipeline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developer-experience-spec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Self-service, docs, metrics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Green CI &lt; 30 min for new team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Reuse proof: before vs. after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CI/CD YAML per repo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931920" y="123444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9DDD5"/>
          </a:solidFill>
          <a:ln w="12700">
            <a:solidFill>
              <a:srgbClr val="F9DD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931920" y="1234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~100 lines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1887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0" y="123444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D6EFF1"/>
          </a:solidFill>
          <a:ln w="12700">
            <a:solidFill>
              <a:srgbClr val="D6EF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≤ 15 lines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65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Terraform for baseline infra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931920" y="201168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9DDD5"/>
          </a:solidFill>
          <a:ln w="12700">
            <a:solidFill>
              <a:srgbClr val="F9DDD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~300 lines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9659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D6EFF1"/>
          </a:solidFill>
          <a:ln w="12700">
            <a:solidFill>
              <a:srgbClr val="D6EF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 lines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43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Time to first green pipeline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931920" y="278892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9DDD5"/>
          </a:solidFill>
          <a:ln w="12700">
            <a:solidFill>
              <a:srgbClr val="F9DDD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3192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Days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27432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278892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D6EFF1"/>
          </a:solidFill>
          <a:ln w="12700">
            <a:solidFill>
              <a:srgbClr val="D6EF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&lt; 30 min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520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Local validation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931920" y="35661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9DDD5"/>
          </a:solidFill>
          <a:ln w="12700">
            <a:solidFill>
              <a:srgbClr val="F9DDD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31920" y="3566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Many steps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35204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400800" y="356616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D6EFF1"/>
          </a:solidFill>
          <a:ln w="12700">
            <a:solidFill>
              <a:srgbClr val="D6EFF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3566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make validate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IMS and Orders (Team B) differ only by app_name, team and image-name.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Security &amp; governance: fail closed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417320"/>
          </a:xfrm>
          <a:prstGeom prst="rect">
            <a:avLst/>
          </a:prstGeom>
          <a:solidFill>
            <a:schemeClr val="bg2"/>
          </a:solidFill>
          <a:ln w="9525">
            <a:solidFill>
              <a:srgbClr val="E1E8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14173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Gitleaks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Secrets in full git history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06040" cy="1417320"/>
          </a:xfrm>
          <a:prstGeom prst="rect">
            <a:avLst/>
          </a:prstGeom>
          <a:solidFill>
            <a:schemeClr val="bg2"/>
          </a:solidFill>
          <a:ln w="9525">
            <a:solidFill>
              <a:srgbClr val="E1E8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Trivy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00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HIGH/CRITICAL CVEs in deps + image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06040" cy="1417320"/>
          </a:xfrm>
          <a:prstGeom prst="rect">
            <a:avLst/>
          </a:prstGeom>
          <a:solidFill>
            <a:schemeClr val="bg2"/>
          </a:solidFill>
          <a:ln w="9525">
            <a:solidFill>
              <a:srgbClr val="E1E8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Checkov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00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IaC misconfiguration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2606040" cy="1417320"/>
          </a:xfrm>
          <a:prstGeom prst="rect">
            <a:avLst/>
          </a:prstGeom>
          <a:solidFill>
            <a:schemeClr val="bg2"/>
          </a:solidFill>
          <a:ln w="9525">
            <a:solidFill>
              <a:srgbClr val="E1E8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64008" cy="14173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Coverage ≥ 80%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200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pytest-cov gate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46120" y="2788920"/>
            <a:ext cx="2606040" cy="1417320"/>
          </a:xfrm>
          <a:prstGeom prst="rect">
            <a:avLst/>
          </a:prstGeom>
          <a:solidFill>
            <a:schemeClr val="bg2"/>
          </a:solidFill>
          <a:ln w="9525">
            <a:solidFill>
              <a:srgbClr val="E1E8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788920"/>
            <a:ext cx="64008" cy="1417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OIDC, no keys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200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Short-lived AWS credentials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2788920"/>
            <a:ext cx="2606040" cy="1417320"/>
          </a:xfrm>
          <a:prstGeom prst="rect">
            <a:avLst/>
          </a:prstGeom>
          <a:solidFill>
            <a:schemeClr val="bg2"/>
          </a:solidFill>
          <a:ln w="9525">
            <a:solidFill>
              <a:srgbClr val="E1E8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788920"/>
            <a:ext cx="64008" cy="14173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Exceptions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200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Justified · owned · expiring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Every AI-generated artifact passes the same gates; humans review every 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Validating AI-generated output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Executed: app lint + 5 tests (91% coverage), scaffolder happy + failure path, workflow YAML parsing.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Pipeline-verified: terraform fmt/validate, Checkov, Trivy, Gitleaks, LocalStack apply/destroy.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Negative tests: fake AWS key and open SSH rule must break the build.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 checklist: hallucinated actions/providers, pinned versions, least-privilege IAM, no hardcoded values.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 screenshots of your own runs from docs/VALIDATION.md here.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Roadmap &amp; key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017520"/>
          </a:xfrm>
          <a:prstGeom prst="rect">
            <a:avLst/>
          </a:prstGeom>
          <a:solidFill>
            <a:schemeClr val="bg2"/>
          </a:solidFill>
          <a:ln w="9525">
            <a:solidFill>
              <a:srgbClr val="E1E8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017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Next 90 days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Backstage software templates at &gt;10 teams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Policy-as-code (OPA/Conftest)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DORA metrics dashboard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SHA-pinned actions via Dependabot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EKS golden path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017520"/>
          </a:xfrm>
          <a:prstGeom prst="rect">
            <a:avLst/>
          </a:prstGeom>
          <a:solidFill>
            <a:schemeClr val="bg2"/>
          </a:solidFill>
          <a:ln w="9525">
            <a:solidFill>
              <a:srgbClr val="E1E8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64008" cy="3017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Architecture decisions (ADRs)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749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001 Reusable workflows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002 Two-tier Terraform modules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003 Local-first validation (LocalStack)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004 Security baseline + exceptions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005 Script scaffolder before portal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006 AI specs as primary artifact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One platform. Many teams. Fix once, benefit everywhere.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meIDP">
  <a:themeElements>
    <a:clrScheme name="AcmeIDP">
      <a:dk1>
        <a:srgbClr val="1B2430"/>
      </a:dk1>
      <a:lt1>
        <a:srgbClr val="FFFFFF"/>
      </a:lt1>
      <a:dk2>
        <a:srgbClr val="0F3D4C"/>
      </a:dk2>
      <a:lt2>
        <a:srgbClr val="F2F6F7"/>
      </a:lt2>
      <a:accent1>
        <a:srgbClr val="0E9AA7"/>
      </a:accent1>
      <a:accent2>
        <a:srgbClr val="F2A541"/>
      </a:accent2>
      <a:accent3>
        <a:srgbClr val="3D5A80"/>
      </a:accent3>
      <a:accent4>
        <a:srgbClr val="E4572E"/>
      </a:accent4>
      <a:accent5>
        <a:srgbClr val="6BA292"/>
      </a:accent5>
      <a:accent6>
        <a:srgbClr val="8D99AE"/>
      </a:accent6>
      <a:hlink>
        <a:srgbClr val="0E9AA7"/>
      </a:hlink>
      <a:folHlink>
        <a:srgbClr val="8D99AE"/>
      </a:folHlink>
    </a:clrScheme>
    <a:fontScheme name="AcmeID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Internal Developer Platform</dc:title>
  <dc:subject>PptxGenJS Presentation</dc:subject>
  <dc:creator>Group 1</dc:creator>
  <cp:lastModifiedBy>Group 1</cp:lastModifiedBy>
  <cp:revision>1</cp:revision>
  <dcterms:created xsi:type="dcterms:W3CDTF">2026-10-11T16:29:44Z</dcterms:created>
  <dcterms:modified xsi:type="dcterms:W3CDTF">2026-10-11T16:29:44Z</dcterms:modified>
</cp:coreProperties>
</file>